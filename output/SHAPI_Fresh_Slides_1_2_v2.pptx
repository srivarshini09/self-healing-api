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39368045af4639" /><Relationship Type="http://schemas.openxmlformats.org/officeDocument/2006/relationships/extended-properties" Target="/docProps/app.xml" Id="Rb12b4c8737404e44" /><Relationship Type="http://schemas.openxmlformats.org/officeDocument/2006/relationships/officeDocument" Target="/ppt/presentation.xml" Id="R6784f856ecf54d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d0d58b19f43fc"/>
  </p:sldMasterIdLst>
  <p:notesMasterIdLst>
    <p:notesMasterId xmlns:r="http://schemas.openxmlformats.org/officeDocument/2006/relationships" r:id="R674e539482464f02"/>
  </p:notesMasterIdLst>
  <p:sldIdLst>
    <p:sldId xmlns:r="http://schemas.openxmlformats.org/officeDocument/2006/relationships" id="256" r:id="R6ad7a13e33df4daf"/>
    <p:sldId xmlns:r="http://schemas.openxmlformats.org/officeDocument/2006/relationships" id="257" r:id="R35354d9654634d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522f48ccbd4319" /><Relationship Type="http://schemas.openxmlformats.org/officeDocument/2006/relationships/slideMaster" Target="/ppt/slideMasters/slideMaster1.xml" Id="R64fd0d58b19f43fc" /><Relationship Type="http://schemas.openxmlformats.org/officeDocument/2006/relationships/notesMaster" Target="/ppt/notesMasters/notesMaster1.xml" Id="R674e539482464f02" /><Relationship Type="http://schemas.openxmlformats.org/officeDocument/2006/relationships/presProps" Target="/ppt/presProps.xml" Id="R2df449717d4843af" /><Relationship Type="http://schemas.openxmlformats.org/officeDocument/2006/relationships/tableStyles" Target="/ppt/tableStyles.xml" Id="R2cb41b7be4224907" /><Relationship Type="http://schemas.openxmlformats.org/officeDocument/2006/relationships/slide" Target="/ppt/slides/slide1.xml" Id="R6ad7a13e33df4daf" /><Relationship Type="http://schemas.openxmlformats.org/officeDocument/2006/relationships/slide" Target="/ppt/slides/slide2.xml" Id="R35354d9654634d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bdb4d092ad41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52faf41cbe49c7" /><Relationship Type="http://schemas.openxmlformats.org/officeDocument/2006/relationships/notesMaster" Target="/ppt/notesMasters/notesMaster1.xml" Id="Rb193bd1984dd40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0b306729254bfb" /><Relationship Type="http://schemas.openxmlformats.org/officeDocument/2006/relationships/notesMaster" Target="/ppt/notesMasters/notesMaster1.xml" Id="R17dbde49a3e64a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 payment webhook can return 200 OK while the customer still does not receive access. SHAPI adds a behavioral assurance layer that verifies the business outcome.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slide: delivery tooling can prove that a webhook arrived and was acknowledged. It cannot prove that the customer received the intended business outcome. That gap creates lost revenue and support work for SaaS teams.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5bf18449b43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d7f137060b4f18" /><Relationship Type="http://schemas.openxmlformats.org/officeDocument/2006/relationships/slideLayout" Target="/ppt/slideLayouts/slideLayout1.xml" Id="R968dd476ad0b4b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8dd476ad0b4b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917419a5d4055" /><Relationship Type="http://schemas.openxmlformats.org/officeDocument/2006/relationships/notesSlide" Target="/ppt/notesSlides/notesSlide1.xml" Id="R62df44be14aa46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8f97a1ca74024" /><Relationship Type="http://schemas.openxmlformats.org/officeDocument/2006/relationships/notesSlide" Target="/ppt/notesSlides/notesSlide2.xml" Id="Red71e5108da24e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9B645C-9D45-4110-9F61-613CE939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5F675-277C-47FC-AADF-3DB93B7F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95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7A204-6974-499B-8ADD-C1744E1F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5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90F15-8C5C-4E74-9653-6689CD7B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6875"/>
            <a:ext cx="1381125" cy="13811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4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31392-8EF0-4927-938F-6786AD22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EDB93-9EF4-4EBD-ABF7-5C0DC92E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4CD14-87EB-41EB-8655-FE75769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00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200 OK can still</a:t>
            </a:r>
          </a:p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fail the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37B79-1788-4CFA-8858-FEEF428B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Self-healing API reliability for business-critical integrations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50039-CCC0-4AD0-A7F4-D7A6880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4861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2252F-77F3-4C28-AAAB-BD5B6598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B03AF-4C58-4251-8CAE-73047432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ABE49-27EA-4E2D-89FA-EFD36C85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10AC3-DE81-4CF2-B813-70424A7B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8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55457-DA17-4324-BE82-71BCCDFF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A61C7F-6090-46BD-BE33-B1C793C1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4B5B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53AE5-38CC-4E97-85C7-6DE7FEAF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05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9109E-DFE3-4C40-A728-B031AFE4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5829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CEA4F-83BB-436F-A73C-5F8F2FC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F9901-C251-4B14-BF7B-B0ED771D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43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Tulasi Venkata Sri Varshini Padamata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AD917-F6BF-402E-8D69-3AEDC083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197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F80ED"/>
                </a:solidFill>
                <a:latin typeface="Arial"/>
                <a:ea typeface="Arial"/>
                <a:cs typeface="Arial"/>
              </a:rPr>
              <a:t>GitHub @SriVarshini09  ·  LinkedIn /in/ptvsv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75FFD-1546-4033-BBFB-783D627A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8165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 verifies the outcome behind the webhook.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969BC-92B6-4466-8CED-51EE2026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86885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664710-7BBB-445A-9FD5-0F99B2CC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4077B-6398-42BF-8242-CB2D1168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95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F1D58-3262-4C2E-9370-5379A406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4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320BD-B369-4F61-9331-048DE8B9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5F1ED-7E1D-4524-9E3C-77DD43D7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02  / 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2A633-FE27-40BC-87C8-9B95A2F8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Transport success is not</a:t>
            </a:r>
          </a:p>
          <a:p xmlns:a="http://schemas.openxmlformats.org/drawingml/2006/main">
            <a:pPr algn="l">
              <a:defRPr sz="34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customer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8A8F3-BCA3-4977-B4E2-F8D3BDD5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A webhook can arrive, return 200 OK, and still leave the customer without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62651-30AF-4D09-ABC6-F19A639C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762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C507F-6170-4560-A735-F08293A3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01365-F5AD-4E8F-A82F-345A1E0E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Payment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66C71-188B-46C3-81E5-40040E07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D2569-572D-41D0-A14B-07A9AA48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B9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B981"/>
                </a:solidFill>
                <a:latin typeface="Arial"/>
                <a:ea typeface="Arial"/>
                <a:cs typeface="Arial"/>
              </a:rPr>
              <a:t>Provider reports success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F319A-C68E-4A27-BDC2-F9928007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2762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56B7F-DF82-447A-9381-E3CD8F37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34166-7502-4089-8B86-5F0FDEA8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Transport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2E6CE-CF00-4D9C-8519-32B5452F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40EE9-960D-487C-984D-E89BA9FD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529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Webhook acknowledged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CB7AA-3AEB-407B-985C-BC2C623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2762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2F3"/>
          </a:solidFill>
          <a:ln xmlns:a="http://schemas.openxmlformats.org/drawingml/2006/main" w="19050">
            <a:solidFill>
              <a:srgbClr val="F2B5B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BF5DF-7C82-40D4-9DE9-D5D8445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15690-DDE8-4D14-AC63-FBFA1D25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76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72246-5E9A-49FC-BF64-73F1D48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9F269-4329-48F5-ABC9-65E2F36B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6B72"/>
                </a:solidFill>
                <a:latin typeface="Arial"/>
                <a:ea typeface="Arial"/>
                <a:cs typeface="Arial"/>
              </a:rPr>
              <a:t>Provisioning silently skipped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115E7-F5FB-42B6-9C67-7D6FC350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719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8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A5B25-DAD7-4993-9EE8-2C4760D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719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AF9EE-7433-4E91-98D1-635AE1EE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failure lives after the HTTP response.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5B2DD-8DF4-49A0-9E8F-D2FCBF4B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For SaaS teams, that means paid customers without access.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C7BB6-308B-4D9C-8114-13E01A83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48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6F3B46-5706-455E-84B2-94BD9376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2673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2026-09-29T21:28:23.3240000Z</dcterms:created>
  <dcterms:modified xsi:type="dcterms:W3CDTF">2026-09-29T21:28:23.3240000Z</dcterms:modified>
</coreProperties>
</file>