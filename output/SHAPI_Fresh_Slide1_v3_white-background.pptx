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fa5a86f5d024b77" /><Relationship Type="http://schemas.openxmlformats.org/officeDocument/2006/relationships/extended-properties" Target="/docProps/app.xml" Id="R144f6a19f63845e3" /><Relationship Type="http://schemas.openxmlformats.org/officeDocument/2006/relationships/officeDocument" Target="/ppt/presentation.xml" Id="R2e8895540a3747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ec980c248c9493e"/>
  </p:sldMasterIdLst>
  <p:notesMasterIdLst>
    <p:notesMasterId xmlns:r="http://schemas.openxmlformats.org/officeDocument/2006/relationships" r:id="R5b147de229d04d4c"/>
  </p:notesMasterIdLst>
  <p:sldIdLst>
    <p:sldId xmlns:r="http://schemas.openxmlformats.org/officeDocument/2006/relationships" id="256" r:id="Rb04fe57aa0404d0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06e39530e434305" /><Relationship Type="http://schemas.openxmlformats.org/officeDocument/2006/relationships/slideMaster" Target="/ppt/slideMasters/slideMaster1.xml" Id="R3ec980c248c9493e" /><Relationship Type="http://schemas.openxmlformats.org/officeDocument/2006/relationships/notesMaster" Target="/ppt/notesMasters/notesMaster1.xml" Id="R5b147de229d04d4c" /><Relationship Type="http://schemas.openxmlformats.org/officeDocument/2006/relationships/presProps" Target="/ppt/presProps.xml" Id="Re479eec13fd84013" /><Relationship Type="http://schemas.openxmlformats.org/officeDocument/2006/relationships/tableStyles" Target="/ppt/tableStyles.xml" Id="R3d9ecdd2718b4c7c" /><Relationship Type="http://schemas.openxmlformats.org/officeDocument/2006/relationships/slide" Target="/ppt/slides/slide1.xml" Id="Rb04fe57aa0404d0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e951dd0e4ab4a2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48652251e44af4" /><Relationship Type="http://schemas.openxmlformats.org/officeDocument/2006/relationships/notesMaster" Target="/ppt/notesMasters/notesMaster1.xml" Id="Ra3f6691c2c2a416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Opening: A payment webhook can return 200 OK while the customer still does not receive access. SHAPI adds a behavioral assurance layer that verifies the business outcome. Introduce yourself briefly as the builder.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53ec28fe044ab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d77137fe83b4c64" /><Relationship Type="http://schemas.openxmlformats.org/officeDocument/2006/relationships/slideLayout" Target="/ppt/slideLayouts/slideLayout1.xml" Id="R93c79e384485428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3c79e384485428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f5acce993143de" /><Relationship Type="http://schemas.openxmlformats.org/officeDocument/2006/relationships/notesSlide" Target="/ppt/notesSlides/notesSlide1.xml" Id="R81e28258790b42d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5AF3FD-39BD-4E82-A66D-BB208F121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32673E-2CE7-4438-897C-65BFC703D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95250" cy="676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8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2FDF3D-8796-4091-A27E-9414E0C23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0"/>
            <a:ext cx="2190750" cy="21907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D8EEFF">
                  <a:alpha val="55000"/>
                </a:srgbClr>
              </a:gs>
              <a:gs pos="100000">
                <a:srgbClr val="D8EE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1F3FF2-2FD2-494A-95E8-04A2DC348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76875"/>
            <a:ext cx="1381125" cy="1381125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D8EEFF">
                  <a:alpha val="45000"/>
                </a:srgbClr>
              </a:gs>
              <a:gs pos="100000">
                <a:srgbClr val="D8EE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495CDA-73E1-4DC7-97A3-124067E13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SHAPI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C771AA-4A20-4CCD-9E63-EE5659805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33400"/>
            <a:ext cx="242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0708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0708A"/>
                </a:solidFill>
                <a:latin typeface="Arial"/>
                <a:ea typeface="Arial"/>
                <a:cs typeface="Arial"/>
              </a:rPr>
              <a:t>AI CONFERENCE HACK DAY '26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F54CA9-072C-431B-96C9-2B7653D72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38300"/>
            <a:ext cx="6000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A 200 OK can still</a:t>
            </a:r>
          </a:p>
          <a:p xmlns:a="http://schemas.openxmlformats.org/drawingml/2006/main">
            <a:pPr algn="l">
              <a:defRPr sz="405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fail the customer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0A1CFC-11F2-4931-BCC9-8A0DBF662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95650"/>
            <a:ext cx="533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0708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0708A"/>
                </a:solidFill>
                <a:latin typeface="Arial"/>
                <a:ea typeface="Arial"/>
                <a:cs typeface="Arial"/>
              </a:rPr>
              <a:t>Self-healing API reliability for business-critical integrations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FD4990-1262-4727-92C9-1D228D876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581150"/>
            <a:ext cx="348615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9DF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9AA821-E2B3-4CE6-9B14-95EBC266A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9431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0708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0708A"/>
                </a:solidFill>
                <a:latin typeface="Arial"/>
                <a:ea typeface="Arial"/>
                <a:cs typeface="Arial"/>
              </a:rPr>
              <a:t>TRANSPORT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5C57FF-CFBC-4796-9B04-BD2C223E9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324100"/>
            <a:ext cx="24193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1F8FF"/>
          </a:solidFill>
          <a:ln xmlns:a="http://schemas.openxmlformats.org/drawingml/2006/main" w="9525">
            <a:solidFill>
              <a:srgbClr val="B9DF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5A4D1B-DDDA-4263-91DC-368DE3317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86025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200 OK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8A4F84-7DC1-404E-83DE-AC29DD7EE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105150"/>
            <a:ext cx="76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C8F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3DF411-E2A2-4EFD-94D2-035867693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5814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0708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0708A"/>
                </a:solidFill>
                <a:latin typeface="Arial"/>
                <a:ea typeface="Arial"/>
                <a:cs typeface="Arial"/>
              </a:rPr>
              <a:t>BUSINESS OUTCOME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A57AC7-3538-48C4-89F1-5A95FE9DE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943350"/>
            <a:ext cx="24193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F4B5B9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F1773D-8A94-4735-A2B4-A3E1F528C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105275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E96B7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E96B72"/>
                </a:solidFill>
                <a:latin typeface="Arial"/>
                <a:ea typeface="Arial"/>
                <a:cs typeface="Arial"/>
              </a:rPr>
              <a:t>no access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943760-67CA-4F87-B4E9-4D4F23AF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91150"/>
            <a:ext cx="58293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FF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E535F7-D1E4-419D-84BF-140BC5EEC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816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0708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0708A"/>
                </a:solidFill>
                <a:latin typeface="Arial"/>
                <a:ea typeface="Arial"/>
                <a:cs typeface="Arial"/>
              </a:rPr>
              <a:t>Built by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A3CB15-1A56-4144-85B9-DB05A5F8E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5435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Tulasi Venkata Sri Varshini Padamata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B74A37-1F18-44E8-854D-4CDAD7DAE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81977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F80ED"/>
                </a:solidFill>
                <a:latin typeface="Arial"/>
                <a:ea typeface="Arial"/>
                <a:cs typeface="Arial"/>
              </a:rPr>
              <a:t>GitHub @SriVarshini09  ·  LinkedIn /in/ptvsv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5863E5-A3F0-44E2-86C2-D3CDE1F45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581650"/>
            <a:ext cx="3752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SHAPI verifies the outcome behind the webhook.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241596-378E-43C4-8C2E-BDF23B1FA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08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0708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236923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2026-09-29T21:24:59.1600000Z</dcterms:created>
  <dcterms:modified xsi:type="dcterms:W3CDTF">2026-09-29T21:24:59.1600000Z</dcterms:modified>
</coreProperties>
</file>