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2ce6c6f9324cd4" /><Relationship Type="http://schemas.openxmlformats.org/officeDocument/2006/relationships/extended-properties" Target="/docProps/app.xml" Id="Re18ba08b2fc949c7" /><Relationship Type="http://schemas.openxmlformats.org/officeDocument/2006/relationships/officeDocument" Target="/ppt/presentation.xml" Id="Rd6a1e5981c6a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aef495308a465e"/>
  </p:sldMasterIdLst>
  <p:notesMasterIdLst>
    <p:notesMasterId xmlns:r="http://schemas.openxmlformats.org/officeDocument/2006/relationships" r:id="Ra5eaccc576e446bd"/>
  </p:notesMasterIdLst>
  <p:sldIdLst>
    <p:sldId xmlns:r="http://schemas.openxmlformats.org/officeDocument/2006/relationships" id="256" r:id="Rfd3361d76d9b4b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e89e34f544e40" /><Relationship Type="http://schemas.openxmlformats.org/officeDocument/2006/relationships/slideMaster" Target="/ppt/slideMasters/slideMaster1.xml" Id="Re0aef495308a465e" /><Relationship Type="http://schemas.openxmlformats.org/officeDocument/2006/relationships/notesMaster" Target="/ppt/notesMasters/notesMaster1.xml" Id="Ra5eaccc576e446bd" /><Relationship Type="http://schemas.openxmlformats.org/officeDocument/2006/relationships/presProps" Target="/ppt/presProps.xml" Id="Rbaccd71fb35b4539" /><Relationship Type="http://schemas.openxmlformats.org/officeDocument/2006/relationships/tableStyles" Target="/ppt/tableStyles.xml" Id="Rcc5d53bf7003465e" /><Relationship Type="http://schemas.openxmlformats.org/officeDocument/2006/relationships/slide" Target="/ppt/slides/slide1.xml" Id="Rfd3361d76d9b4b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f3fdac0408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8772ca677447c1" /><Relationship Type="http://schemas.openxmlformats.org/officeDocument/2006/relationships/notesMaster" Target="/ppt/notesMasters/notesMaster1.xml" Id="R2a7d87bb2bbc43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 payment webhook can return 200 OK while the customer still does not receive access. SHAPI adds a behavioral assurance layer that verifies the business outcome.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38a1abfcc4d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92c95936d142b4" /><Relationship Type="http://schemas.openxmlformats.org/officeDocument/2006/relationships/slideLayout" Target="/ppt/slideLayouts/slideLayout1.xml" Id="Rfc544841aeb047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544841aeb047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53c0279324ec0" /><Relationship Type="http://schemas.openxmlformats.org/officeDocument/2006/relationships/notesSlide" Target="/ppt/notesSlides/notesSlide1.xml" Id="Rc3744fa2cb174f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B7B0F-18B4-4A90-865D-0023404B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0DE58-E9A2-46AE-BFE0-331FE061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714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764D7-ACB5-4DD9-BB74-D41EB1E3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238250"/>
            <a:ext cx="3714750" cy="3714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90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D08D9-0FCD-4B92-A960-29FA155D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4857750"/>
            <a:ext cx="3429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80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CE72C-1AFE-4477-B1AD-2BCE55A3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7FF9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91944-31BC-4967-B1A8-D0CF7C1C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DB5D6-87E7-4682-8627-93C0B8BD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00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200 OK can still</a:t>
            </a:r>
          </a:p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fail 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D6029-4589-4948-9A19-4836FB35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Self-healing API reliability for business-critical integrations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27976-FB9A-4BFB-BC31-D0DCDB92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4861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989AC-08E6-4940-A626-4A805BC3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F9E5E-C970-49E6-82BC-06D7B078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3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F7358-8E5C-4A65-BA7A-4DFA604F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7FF9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81CE6-9629-415A-BCAE-13651712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7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0DEDE-B75A-4A4E-8A3D-A5AC8A28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49281-EBE6-4C61-8B11-4838EC6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4B5B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96F75-AE01-4546-B11B-14597F38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05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474B4-A79F-48C9-92BC-9DECF44C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5829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3B8A1-58D2-4C90-8E31-FAB5AB0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CD73C-A8E9-4105-A62A-8E4442CA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4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Tulasi Venkata Sri Varshini Padamata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8D0DB-CD3B-41EB-8336-99AE1B18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97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D7FF9"/>
                </a:solidFill>
                <a:latin typeface="Arial"/>
                <a:ea typeface="Arial"/>
                <a:cs typeface="Arial"/>
              </a:rPr>
              <a:t>GitHub @SriVarshini09  ·  LinkedIn /in/ptvsv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AB322-6279-4B6A-B059-E7396CAE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197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FF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7FF9"/>
                </a:solidFill>
                <a:latin typeface="Arial"/>
                <a:ea typeface="Arial"/>
                <a:cs typeface="Arial"/>
              </a:rPr>
              <a:t>SHAPI verifies the outcome behind the webhook.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E567E-5F1C-41BD-B37A-333B8E6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0087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2026-09-29T21:20:24.1190000Z</dcterms:created>
  <dcterms:modified xsi:type="dcterms:W3CDTF">2026-09-29T21:20:24.1190000Z</dcterms:modified>
</coreProperties>
</file>