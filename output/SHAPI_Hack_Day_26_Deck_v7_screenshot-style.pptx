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4db8889b33460f" /><Relationship Type="http://schemas.openxmlformats.org/officeDocument/2006/relationships/extended-properties" Target="/docProps/app.xml" Id="Re4e9dd90f8e642fb" /><Relationship Type="http://schemas.openxmlformats.org/officeDocument/2006/relationships/officeDocument" Target="/ppt/presentation.xml" Id="R16d22feec22f4d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272ab89b414736"/>
  </p:sldMasterIdLst>
  <p:notesMasterIdLst>
    <p:notesMasterId xmlns:r="http://schemas.openxmlformats.org/officeDocument/2006/relationships" r:id="R8fb4fe4f32db46db"/>
  </p:notesMasterIdLst>
  <p:sldIdLst>
    <p:sldId xmlns:r="http://schemas.openxmlformats.org/officeDocument/2006/relationships" id="256" r:id="Rcdbbf31567f642d5"/>
    <p:sldId xmlns:r="http://schemas.openxmlformats.org/officeDocument/2006/relationships" id="257" r:id="R027d02da4bed4860"/>
    <p:sldId xmlns:r="http://schemas.openxmlformats.org/officeDocument/2006/relationships" id="258" r:id="R39f8ff010f4e4dfe"/>
    <p:sldId xmlns:r="http://schemas.openxmlformats.org/officeDocument/2006/relationships" id="259" r:id="R32c513f1e9df4637"/>
    <p:sldId xmlns:r="http://schemas.openxmlformats.org/officeDocument/2006/relationships" id="260" r:id="R3864fc0e045f46e0"/>
    <p:sldId xmlns:r="http://schemas.openxmlformats.org/officeDocument/2006/relationships" id="261" r:id="R54ab6e00653a45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b3c41426994f95" /><Relationship Type="http://schemas.openxmlformats.org/officeDocument/2006/relationships/slideMaster" Target="/ppt/slideMasters/slideMaster1.xml" Id="R25272ab89b414736" /><Relationship Type="http://schemas.openxmlformats.org/officeDocument/2006/relationships/notesMaster" Target="/ppt/notesMasters/notesMaster1.xml" Id="R8fb4fe4f32db46db" /><Relationship Type="http://schemas.openxmlformats.org/officeDocument/2006/relationships/presProps" Target="/ppt/presProps.xml" Id="Rfae1a599b7994639" /><Relationship Type="http://schemas.openxmlformats.org/officeDocument/2006/relationships/tableStyles" Target="/ppt/tableStyles.xml" Id="R068ae11181084441" /><Relationship Type="http://schemas.openxmlformats.org/officeDocument/2006/relationships/slide" Target="/ppt/slides/slide1.xml" Id="Rcdbbf31567f642d5" /><Relationship Type="http://schemas.openxmlformats.org/officeDocument/2006/relationships/slide" Target="/ppt/slides/slide2.xml" Id="R027d02da4bed4860" /><Relationship Type="http://schemas.openxmlformats.org/officeDocument/2006/relationships/slide" Target="/ppt/slides/slide3.xml" Id="R39f8ff010f4e4dfe" /><Relationship Type="http://schemas.openxmlformats.org/officeDocument/2006/relationships/slide" Target="/ppt/slides/slide4.xml" Id="R32c513f1e9df4637" /><Relationship Type="http://schemas.openxmlformats.org/officeDocument/2006/relationships/slide" Target="/ppt/slides/slide5.xml" Id="R3864fc0e045f46e0" /><Relationship Type="http://schemas.openxmlformats.org/officeDocument/2006/relationships/slide" Target="/ppt/slides/slide6.xml" Id="R54ab6e00653a45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a9d347e8ef4f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d9dbf8646f4e8b" /><Relationship Type="http://schemas.openxmlformats.org/officeDocument/2006/relationships/notesMaster" Target="/ppt/notesMasters/notesMaster1.xml" Id="Rd4265c46082f41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daf678a8d6410a" /><Relationship Type="http://schemas.openxmlformats.org/officeDocument/2006/relationships/notesMaster" Target="/ppt/notesMasters/notesMaster1.xml" Id="R88cfeafa254a4f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490a803c204d80" /><Relationship Type="http://schemas.openxmlformats.org/officeDocument/2006/relationships/notesMaster" Target="/ppt/notesMasters/notesMaster1.xml" Id="R1ef1955f45d046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e080f61fae4ec1" /><Relationship Type="http://schemas.openxmlformats.org/officeDocument/2006/relationships/notesMaster" Target="/ppt/notesMasters/notesMaster1.xml" Id="Rc215d8034d9942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995e90a0fc425c" /><Relationship Type="http://schemas.openxmlformats.org/officeDocument/2006/relationships/notesMaster" Target="/ppt/notesMasters/notesMaster1.xml" Id="R3eaa3ab18aae4a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d820b7ab8e4e91" /><Relationship Type="http://schemas.openxmlformats.org/officeDocument/2006/relationships/notesMaster" Target="/ppt/notesMasters/notesMaster1.xml" Id="Race82c62b01148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thesis: a provider can report a successful delivery while the customer still does not receive access. SHAPI monitors the business outcome behind the webhook. Introduce yourself briefly as the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hidden failure mode. The payment event is delivered and acknowledged, but the downstream provisioning step silently fails. The provider dashboard remains green.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primitive. Instead of asking only whether the webhook arrived, SHAPI asserts that the expected business outcome happened within a time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sequence: start on the dashboard, show a healthy baseline, run the failure simulation, refresh, open the new incident, and click Diagnose + suggest repairs. Keep the drift simulation as an optional appendix if time allows.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AI angle carefully. SHAPI creates the structured evidence an AI incident assistant needs: event chain, invariant result, correlation, root cause, and suggested repair. The live product already generates this context through its diagnosis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memorable distinction: delivery success is not business success. SHAPI detects the missing link and turns it into actionable incident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b25bbd32441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9e0a771ae240e5" /><Relationship Type="http://schemas.openxmlformats.org/officeDocument/2006/relationships/slideLayout" Target="/ppt/slideLayouts/slideLayout1.xml" Id="R5f08a46de80446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08a46de80446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bdbec95444948" /><Relationship Type="http://schemas.openxmlformats.org/officeDocument/2006/relationships/notesSlide" Target="/ppt/notesSlides/notesSlide1.xml" Id="Rfa4e4f8b94df41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1c3736ad2452a" /><Relationship Type="http://schemas.openxmlformats.org/officeDocument/2006/relationships/notesSlide" Target="/ppt/notesSlides/notesSlide2.xml" Id="Re6b2c098bc9244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18e6de8bc4415" /><Relationship Type="http://schemas.openxmlformats.org/officeDocument/2006/relationships/notesSlide" Target="/ppt/notesSlides/notesSlide3.xml" Id="R149a5c59d73344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eff99df6346c8" /><Relationship Type="http://schemas.openxmlformats.org/officeDocument/2006/relationships/notesSlide" Target="/ppt/notesSlides/notesSlide4.xml" Id="Rdd8554817af347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42af359204847" /><Relationship Type="http://schemas.openxmlformats.org/officeDocument/2006/relationships/notesSlide" Target="/ppt/notesSlides/notesSlide5.xml" Id="R4f241decbf2347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850a44a30496b" /><Relationship Type="http://schemas.openxmlformats.org/officeDocument/2006/relationships/notesSlide" Target="/ppt/notesSlides/notesSlide6.xml" Id="R4d3f0ffc9bb34f69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2000">
              <a:srgbClr val="F8FCFF"/>
            </a:gs>
            <a:gs pos="100000">
              <a:srgbClr val="DCEE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47D2F7-C6C2-4BB2-AFC9-22EF6545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AF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03FEF-8B0B-48A7-ABFD-D9D91A52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3429000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BE8FF">
                  <a:alpha val="78000"/>
                </a:srgbClr>
              </a:gs>
              <a:gs pos="100000">
                <a:srgbClr val="CBE8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2F28A-E45A-4DE7-84CA-2FB4FF5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857500" cy="2857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BE8FF">
                  <a:alpha val="78000"/>
                </a:srgbClr>
              </a:gs>
              <a:gs pos="100000">
                <a:srgbClr val="CBE8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23092-7049-439D-ACF3-19457EB1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57750"/>
            <a:ext cx="2476500" cy="2000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9EEFF">
                  <a:alpha val="78000"/>
                </a:srgbClr>
              </a:gs>
              <a:gs pos="100000">
                <a:srgbClr val="D9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56E32-1726-4E0F-8718-4BF14C4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3143250" cy="3143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5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46A80-0E4F-4635-99C7-895F0A38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500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2D204-B0FF-40B1-8E0B-1C73DD64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76BD4-D836-4942-9610-B1664D62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9060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Self-healing APIs for</a:t>
            </a:r>
          </a:p>
          <a:p xmlns:a="http://schemas.openxmlformats.org/drawingml/2006/main">
            <a:pPr algn="ctr">
              <a:defRPr sz="202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business-critical integrations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AD484-6FC6-4744-98ED-38E51854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848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CA389-A165-421D-A4C0-90491EE6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47950"/>
            <a:ext cx="3848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A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82056-45ED-4B2B-9E2A-2DBF33C3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D9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208DB-5071-4101-838D-B8ABCB4D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BUILT BY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F073-A659-4872-AF8E-54595F5E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382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Tulasi Venkata</a:t>
            </a:r>
          </a:p>
          <a:p xmlns:a="http://schemas.openxmlformats.org/drawingml/2006/main">
            <a:pPr algn="l">
              <a:defRPr sz="127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Sri Varshini Padamata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A7874-0D2C-4F41-86E3-9A1E0322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906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AI Conference Hack Day '26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1FC70-8DE4-464D-9A9D-79325F66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764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76EC1-C627-444D-A46B-248DBD7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33550"/>
            <a:ext cx="2324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GitHub  @SriVarshini09   ·   LinkedIn  /in/ptvsv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3A491-3104-4F61-8E3A-DBB73AB2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48050"/>
            <a:ext cx="8077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D9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3ABFC-34B8-4B97-B232-806319B6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4332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F78F0-671F-4449-B13D-60B03D53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38550"/>
            <a:ext cx="188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A9D9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BBE79-557F-4047-86CE-34C0BADA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6237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CCDA6-F554-4C0D-BF88-C4272302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52850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can still fail the customer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71E1E-2933-410B-80B2-9047F801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05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API reports success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4F66B-66A4-4196-88FB-1E66434D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673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19488-FE62-4FD8-A912-95EC287C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SHAPI verifies the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C0E726-6340-45B1-8218-D43F5850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17386E-6134-4EAB-9D5A-15ABEED4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05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silent failure detected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F7388-4032-4BED-9746-3986B255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05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→ recovery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B7CC6C-202E-43A9-9C6C-6B258055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76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Self-healing APIs, beyond 200 OK.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E5BDAB-6986-479E-AB32-8C600377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8701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8866B-339D-4140-A462-F6AB0DC2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746A8-0EB3-4B71-9DB2-58922235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gap between delivery and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1F0A2-34BB-483F-882B-97DABDC6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Most webhook tooling stops at the HTTP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DA004-EBFE-4A33-9FCD-0BA8AFF8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114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C1A9F-C0D7-4CAF-92A1-E9D010AA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Third-party 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542E3-B5E1-4418-BA85-23A1939B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2F475-A70A-4B3F-AD3F-F48B29AB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Stripe says the event arrived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ECEE8-128B-4AF0-986C-C896E71A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14650"/>
            <a:ext cx="1238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384F0-7BEC-41B6-B7AD-FE35AE41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57525"/>
            <a:ext cx="93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200</a:t>
            </a:r>
          </a:p>
          <a:p xmlns:a="http://schemas.openxmlformats.org/drawingml/2006/main">
            <a:pPr algn="ctr">
              <a:defRPr sz="22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F4C93-3214-422B-B241-8032B0A5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909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81A9F-EB10-437D-94D2-9C032A00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49939-E6C9-475E-92B7-93274CE4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Customer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51087-200D-4690-B962-DF8B225B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provisioning.completed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0A9E1-9FB7-4F98-B7D7-9EBE95B0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But the user never gets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43974-FC59-4849-A420-1591143E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A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B158C-A741-4015-AF4A-38F68C86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failure is silent because the transport layer looks healthy.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7F276-B7BA-46E3-9B2D-F662F24A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For SaaS teams, that means paid customers without access.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CC637-DD0E-423D-9BC9-77D3C474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FA642-5CE9-4ACE-B594-471266B6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6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586452-4195-4D49-A16A-DB12BEE9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CORE ABSTRACTION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EA321-092B-41C3-A174-D045EC7D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A behavioral invariant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1917B-754A-4DB6-BDB4-D352638F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turns the business promise into an executable assertion.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2EA8F-BCE9-4748-9B21-9E3D6144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A6CA3-0063-4A26-9EC7-F4793522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1005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payment_succeeded  →  provisioning.completed within 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ED873-EE68-4FB0-8A4B-409114F8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The platform evaluates real event streams over time, then records the evidence when the promise breaks.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B60F8-719B-49DE-B9F7-FC5896F3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7E17B-4942-4135-813E-D757F389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1E65C-0089-470E-BBFE-D5504DCD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C42C1-8F08-410F-90EA-FC870A08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Capture webhook and SDK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2C40F-592C-4210-82CB-1F67A69C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DE3D3-57D2-40B9-95D6-14C37042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61DA4-371D-4AFF-ADF5-0B69D73D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8C83C-9723-4EC5-8E39-5431DB9A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8D8CA-5A4C-4591-BAEE-00CDB88F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Check the expected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C5BF0-B000-404A-8399-36411072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B319E-8996-417F-89ED-B9E709FC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653E3-C909-4631-A56C-C40DC7BC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D1831-157A-4810-9BFC-EE1439FF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A31828-F99B-4363-98A8-6C0468D9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Create evidence for an incident copilot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13F76-FBBB-4617-AA07-7C0B834F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66E5F-1051-4B9C-A164-B7966535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1485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94A86-FDBD-4BBC-A376-4B5476E0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1F0AB-11C8-4C1B-BFCE-7587E1FC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failure appears in 90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F2ED6-69E0-42B6-8D14-D0DB4BBC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Use the existing Demo SaaS and dashboard to make the contrast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58869-09BD-462C-9DFB-B2DCC5FA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5B6D3-21AD-4AAB-9C30-7A763347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0D4B3-0F61-4935-A52A-4EE98535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BBCB7-48E4-4CD3-B3CF-3A337272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Show healthy monitoring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968F8-7E17-458D-B2B3-F794C5B1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DEBC2-9178-4B4F-93AA-A490E9E8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EE995-EC7B-4638-AB84-34F26A9F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9120D-5D7A-42F6-B8B9-461F24DF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C3D18-672C-4395-8D45-704A2128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simulate:failure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DB13-FA42-45CC-BA86-A0ACCE3F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3B541-C643-4A1E-96C0-12FA784D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A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DC537-8ED6-4CDE-BD35-9FF2C293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28879-0239-4F86-B6B1-3C8D2CF3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7D5F1-FF9B-4AC6-94CF-FDEAFDD7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200 OK + violated invariant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16C2D-2DC9-4787-93D4-532DFDA7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B618A-D979-4303-9D24-34F7EBCB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A6267-EFEF-4D36-8823-C85AC84D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C97AA-EE79-41E3-8FA0-56D33B51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28436-B96F-4F89-9DA1-736D92C6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Diagnose + suggest repairs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F2701-8B13-4534-9D1F-B5E2112A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EB69A7-395C-48A7-BF6E-3FA7896E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06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pnpm --filter @shapi/demo-saas simulate:failure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3D8ADB-F7C3-4699-BAA5-E9700B0B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7D6785-5BD2-48ED-9910-90C23D70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2474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44D6C-4576-4EB0-A434-95B955AD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AI PAYOFF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700BD-B72A-4B59-9F37-A06DBC58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Better evidence makes better incident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E2A06-6B7C-4674-993A-B5029EAB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gives an AI incident workflow the business context that logs alone miss.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340C1-9E47-4888-B475-2EAAA5CB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143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16A52-F49B-4F6D-917C-C75A9E12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Observed event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74FE7-36FD-45BF-AD35-4C8E26CE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01C5D-4322-4053-808F-16CE27FB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7187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677E8-AACF-40E0-887A-EDB4EF3B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provisioning.failed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560B0-BA41-4021-9B1B-765DE6B8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correlationId: cus_demo_…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3DF7B-283F-4708-B25F-444DD3EA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Invariant: VIOLATED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B64F9-10F4-43A5-BAAA-8A4A2B10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9911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34447-511C-400A-B5D8-1444C3BB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Incident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1251B-A17D-45AC-86BC-66F57178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Root cause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E87DD-F8B8-4FA6-8A63-EF1E60F6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Provisioning was skipped after payment success.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340B1-96E4-4CBB-A207-9A04F4A7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10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Suggested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37B9B-654B-4FCF-ACEE-C758ABAA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577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Restore provisioning, then replay the event.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4AB0A-E856-4B5D-BE63-C1062207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05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TRIAGED  ·  evidence attached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D0670-B8C1-4D72-BFE0-387E99A8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E4086-6BA7-4014-8C50-D5086A31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48323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4FBCC-1063-4170-9C3E-FF95D52C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1BC89-6C2D-410A-ADD0-71BC434D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6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A2D20-2A43-43CC-B6F8-DC2426C5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14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Monitor what</a:t>
            </a:r>
          </a:p>
          <a:p xmlns:a="http://schemas.openxmlformats.org/drawingml/2006/main">
            <a:pPr algn="l">
              <a:defRPr sz="40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integrations accomplish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8549A-11F1-4D57-B844-A2D3B31E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A payment succeeds. Access follows. SHAPI proves the link.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BC0ED-3CA6-4576-AB70-59674108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Live proof: dashboard + Demo SaaS + one silent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9083E-C85B-4747-805B-2D96D954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8BED4-2D50-4A71-AD40-7E9702C1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D16BE-4BEC-4673-B688-6D370A97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9E667-E253-45F7-B7E4-02851A2A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076BD-EE5E-402D-BFA6-081CD9B3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BF737-0E09-404E-BD9D-79DCE9CA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4522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2026-09-29T21:13:01.5090000Z</dcterms:created>
  <dcterms:modified xsi:type="dcterms:W3CDTF">2026-09-29T21:13:01.5090000Z</dcterms:modified>
</coreProperties>
</file>