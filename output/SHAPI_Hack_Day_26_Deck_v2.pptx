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e54768ecbc452d" /><Relationship Type="http://schemas.openxmlformats.org/officeDocument/2006/relationships/extended-properties" Target="/docProps/app.xml" Id="R364c0653b2bd4840" /><Relationship Type="http://schemas.openxmlformats.org/officeDocument/2006/relationships/officeDocument" Target="/ppt/presentation.xml" Id="Reed275d981c140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f08378e9534d41"/>
  </p:sldMasterIdLst>
  <p:notesMasterIdLst>
    <p:notesMasterId xmlns:r="http://schemas.openxmlformats.org/officeDocument/2006/relationships" r:id="R9956111e41184bfc"/>
  </p:notesMasterIdLst>
  <p:sldIdLst>
    <p:sldId xmlns:r="http://schemas.openxmlformats.org/officeDocument/2006/relationships" id="256" r:id="R9e0b2faecb1247e6"/>
    <p:sldId xmlns:r="http://schemas.openxmlformats.org/officeDocument/2006/relationships" id="257" r:id="R6b5b2b73bcc4435a"/>
    <p:sldId xmlns:r="http://schemas.openxmlformats.org/officeDocument/2006/relationships" id="258" r:id="Rc52bf216c1e94ace"/>
    <p:sldId xmlns:r="http://schemas.openxmlformats.org/officeDocument/2006/relationships" id="259" r:id="R93dc6ddda80a4fe9"/>
    <p:sldId xmlns:r="http://schemas.openxmlformats.org/officeDocument/2006/relationships" id="260" r:id="R1c868b939f254566"/>
    <p:sldId xmlns:r="http://schemas.openxmlformats.org/officeDocument/2006/relationships" id="261" r:id="Rfab5ae09ca1d46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13552b1dc84541" /><Relationship Type="http://schemas.openxmlformats.org/officeDocument/2006/relationships/slideMaster" Target="/ppt/slideMasters/slideMaster1.xml" Id="R34f08378e9534d41" /><Relationship Type="http://schemas.openxmlformats.org/officeDocument/2006/relationships/notesMaster" Target="/ppt/notesMasters/notesMaster1.xml" Id="R9956111e41184bfc" /><Relationship Type="http://schemas.openxmlformats.org/officeDocument/2006/relationships/presProps" Target="/ppt/presProps.xml" Id="Rf0ed39ec91194106" /><Relationship Type="http://schemas.openxmlformats.org/officeDocument/2006/relationships/tableStyles" Target="/ppt/tableStyles.xml" Id="R6a5eb82ae3994f38" /><Relationship Type="http://schemas.openxmlformats.org/officeDocument/2006/relationships/slide" Target="/ppt/slides/slide1.xml" Id="R9e0b2faecb1247e6" /><Relationship Type="http://schemas.openxmlformats.org/officeDocument/2006/relationships/slide" Target="/ppt/slides/slide2.xml" Id="R6b5b2b73bcc4435a" /><Relationship Type="http://schemas.openxmlformats.org/officeDocument/2006/relationships/slide" Target="/ppt/slides/slide3.xml" Id="Rc52bf216c1e94ace" /><Relationship Type="http://schemas.openxmlformats.org/officeDocument/2006/relationships/slide" Target="/ppt/slides/slide4.xml" Id="R93dc6ddda80a4fe9" /><Relationship Type="http://schemas.openxmlformats.org/officeDocument/2006/relationships/slide" Target="/ppt/slides/slide5.xml" Id="R1c868b939f254566" /><Relationship Type="http://schemas.openxmlformats.org/officeDocument/2006/relationships/slide" Target="/ppt/slides/slide6.xml" Id="Rfab5ae09ca1d46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852e35240249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0e8c083de64b53" /><Relationship Type="http://schemas.openxmlformats.org/officeDocument/2006/relationships/notesMaster" Target="/ppt/notesMasters/notesMaster1.xml" Id="R20c7aafdeab542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9a7c430de949d3" /><Relationship Type="http://schemas.openxmlformats.org/officeDocument/2006/relationships/notesMaster" Target="/ppt/notesMasters/notesMaster1.xml" Id="Ra123db031c4b47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a2ba40bda64195" /><Relationship Type="http://schemas.openxmlformats.org/officeDocument/2006/relationships/notesMaster" Target="/ppt/notesMasters/notesMaster1.xml" Id="R437515d73d7a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0559c415c34b3a" /><Relationship Type="http://schemas.openxmlformats.org/officeDocument/2006/relationships/notesMaster" Target="/ppt/notesMasters/notesMaster1.xml" Id="R390da2f991964c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144140392d4163" /><Relationship Type="http://schemas.openxmlformats.org/officeDocument/2006/relationships/notesMaster" Target="/ppt/notesMasters/notesMaster1.xml" Id="Rf8ecfa63d6cf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3cbfb965f74869" /><Relationship Type="http://schemas.openxmlformats.org/officeDocument/2006/relationships/notesMaster" Target="/ppt/notesMasters/notesMaster1.xml" Id="R11170c7ca64843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thesis: a provider can report a successful delivery while the customer still does not receive access. SHAPI monitors the business outcome behind the webhook.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hidden failure mode. The payment event is delivered and acknowledged, but the downstream provisioning step silently fails. The provider dashboard remains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primitive. Instead of asking only whether the webhook arrived, SHAPI asserts that the expected business outcome happened within a time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sequence: start on the dashboard, show a healthy baseline, run the failure simulation, refresh, open the new incident, and click Diagnose + suggest repairs. Keep the drift simulation as an optional appendix if time allows.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AI angle carefully. SHAPI creates the structured evidence an AI incident assistant needs: event chain, invariant result, correlation, root cause, and suggested repair. The live product already generates this context through its diagnosis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memorable distinction: delivery success is not business success. SHAPI detects the missing link and turns it into actionable incident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06348e9fb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cc19a047834424" /><Relationship Type="http://schemas.openxmlformats.org/officeDocument/2006/relationships/slideLayout" Target="/ppt/slideLayouts/slideLayout1.xml" Id="Rfdfe6584e81640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e6584e81640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aa407debc4709" /><Relationship Type="http://schemas.openxmlformats.org/officeDocument/2006/relationships/notesSlide" Target="/ppt/notesSlides/notesSlide1.xml" Id="R01c22bf23ac24f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da589b19944e4" /><Relationship Type="http://schemas.openxmlformats.org/officeDocument/2006/relationships/notesSlide" Target="/ppt/notesSlides/notesSlide2.xml" Id="Rb8b4cf5659014f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e4ff2f48c4fd3" /><Relationship Type="http://schemas.openxmlformats.org/officeDocument/2006/relationships/notesSlide" Target="/ppt/notesSlides/notesSlide3.xml" Id="R9247b18592c841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532dbadfe4f2c" /><Relationship Type="http://schemas.openxmlformats.org/officeDocument/2006/relationships/notesSlide" Target="/ppt/notesSlides/notesSlide4.xml" Id="R7d0fd48d051644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8f20a9f5b4303" /><Relationship Type="http://schemas.openxmlformats.org/officeDocument/2006/relationships/notesSlide" Target="/ppt/notesSlides/notesSlide5.xml" Id="R636d5cf9be7049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33b84374842e8" /><Relationship Type="http://schemas.openxmlformats.org/officeDocument/2006/relationships/notesSlide" Target="/ppt/notesSlides/notesSlide6.xml" Id="R7f6e923d214447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9DB98-6005-469A-B749-E4F685C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456BC-3578-4A07-A6A3-9C631A91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10147-4626-49FE-B181-BB14FBD3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47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200 OK can still</a:t>
            </a:r>
          </a:p>
          <a:p xmlns:a="http://schemas.openxmlformats.org/drawingml/2006/main">
            <a:pPr algn="l">
              <a:defRPr sz="43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fail the 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111FE-207C-4D67-A61C-01BDD52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Behavioral assurance for third-party integrations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5E63C-75CA-4FDC-9EBB-4F0EAF37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1DAF1-F456-48D0-BCFA-A24822CB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143250" cy="3619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9D68E-6EF3-4380-A8B8-DE904C65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8FCA6-73ED-4202-AEAE-B0453AF5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79C31-24D9-4704-9E94-C09CE3E9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9EE2A-9317-43A0-8592-24306A19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DCF5C-E427-467E-883B-A4FDD4D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6F105-0D9B-4548-BF1A-DA997D06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Delivery succeeded.</a:t>
            </a:r>
          </a:p>
          <a:p xmlns:a="http://schemas.openxmlformats.org/drawingml/2006/main">
            <a:pPr algn="ctr">
              <a:defRPr sz="135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outcome did not.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F02E1-BDF1-4DD6-A334-C7C81353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35C79-A5DA-40CC-9FB1-5945677B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1518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59391-C791-4466-9FF6-FC5F3EF8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BF95E-EC42-4829-B1EA-2223A70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gap between delivery and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FA640-74F0-4908-88B1-076200D7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Most webhook tooling stops at the HTTP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278FF-44AB-4AC8-B9A4-B150BA8F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14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D8E4F-E117-4F29-AB5A-5C598829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Third-party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25362-1E71-48DA-901F-3EE20706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C9F3B-CE2E-49D6-8C6A-E1923DDF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Stripe says the event arrived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D2B2A-9756-47E3-9A77-A1C0C3B5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1238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CC3C2-1291-4074-BE30-35CC4E08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57525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200</a:t>
            </a:r>
          </a:p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B678C-2F51-4D85-AFB4-7AD5A611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90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BF106-E4B2-41BA-B666-E3B4B36D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80481-7C75-4CC9-9328-00F5BD6F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Customer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7FA49-0F37-41F8-8346-F213A335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provisioning.completed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57393-3FB0-4632-BFF8-3FE1ADE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But the user never gets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19ABC-2D5B-416C-911E-3C7DB9B0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42784-5109-44D7-AC9E-4825881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is silent because the transport layer looks healthy.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A5970-4242-4732-ACED-B60EBDAC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ECD28-E841-4DB6-85DB-0D4BE9AF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0730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94B06-A2DF-48D7-AFD5-E6DAEE15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CORE ABSTRACTION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C729B-D427-40FC-ADDD-D0F836BC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behavioral invariant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87534-35D9-4904-B80E-367A50A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turns the business promise into an executable assertion.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5CBCA-F592-4542-8CB0-19785D62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BE3C6-39CC-4A7D-AECE-94FF8FE7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payment_succeeded  →  provisioning.completed within 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5F931-CD8E-4711-8388-211EF013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The platform evaluates real event streams over time, then records the evidence when the promise breaks.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1E1D5-4D18-4B4C-A5CD-ABE361D3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B8D5B-4BF2-4CA5-A362-447D0448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B07E5-E648-4176-9609-B230E0EE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BEAFC-5201-4DD0-A063-2D42D711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Capture webhook and SDK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4C446-3D75-4400-80D1-A74A6E24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254D6-D4DA-4D96-BC3D-9CFD7AF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B4B53-9731-49DB-AFEB-BEDDAE2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F3325-4DEC-4B87-B65B-5320976C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2B737-68D9-4D89-AA6F-945B7FE1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Check the expected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67F49-0224-4426-809F-95A2B58C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72C11-D9FE-4AF8-AE44-9AF74B89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8BCBB-A09E-4C1F-97CE-5E9ABB04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8E6F7-C85F-42B6-B8C2-AAEB2D0D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6DB15-9834-410F-9FC2-06BD38C8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Create evidence for an incident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529BA-2C1C-48B5-8726-07263B3A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0BB4B-1E53-4647-BE62-DF9E3E29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865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A8A210-EE80-4D6E-979F-A0C63C7D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F32B-B072-40D1-A083-7F7AA33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appears in 90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3E1A4-AAF0-4EAD-82C3-C5BEB6C4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Use the existing Demo SaaS and dashboard to make the contrast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DC951-9F42-4D44-B420-AE441755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457C0-6EC7-4BE9-BC07-E23062E0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D45E9-5141-4C06-BA60-8930A3A9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9D279-CA1B-4A3E-BBA1-2DB97821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Show healthy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4C5F4-99FA-4256-B3E3-FF812D23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B141A-9C78-4FBB-A796-D1FF8297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50CC3-8292-47AF-8D41-54BAB89F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29C1F-6A73-4856-A010-1217E7E8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BA2BD-0C63-4A05-B2D2-2916A0A0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simulate:failure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3466C-9563-45C1-8866-E2C4AC8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6D05F-6931-4911-95E4-D24A79E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D2A9F-25FB-4F1E-B7BF-09E23B47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A8EC4-1EBD-4AA4-8B40-D5806D9E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0422D-AAB1-46EE-9466-7F20CEA6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200 OK + violated invariant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658FC-50DB-4611-AF81-A6FCA5DF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44337-CA21-48E0-B5DA-585E878E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F863F-4351-4C05-A886-48388064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78CBF-2972-4F19-8B08-2504B5DD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7B428-AB60-454D-9103-6A5DCD9F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Diagnose + suggest repairs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AF589-6DE4-40A5-AA57-774930DD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128B9-36EC-4D50-AD86-B7F7D0D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pnpm --filter @shapi/demo-saas simulate:failure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0D880-109F-40AA-BC24-C41004C9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267B8-CBBD-4748-A493-7289942F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3698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89FF7-0E95-4BF0-9A05-6542CBD8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AI PAYOFF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D42D2-2FD3-40E5-B358-4244DBDC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Better evidence makes better incident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C278F-4A32-439F-9E25-F7C6D461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gives an AI incident workflow the business context that logs alone miss.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20C36-EAD7-40B2-80DB-683783D2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7DE14-9B72-48D4-B75B-A67417D9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Observed event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831A3-620F-42DE-86BF-58E90B86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65FA8-E5F6-4156-947B-D87734C8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A7E24-6CB7-4DBE-80FB-61BDF16A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provisioning.failed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22930-B4A4-438A-9E6E-794CFCB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correlationId: cus_demo_…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69FC6-D5E9-47C2-BC32-830B166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Invariant: VIOLATED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9B258-63EE-4280-ADEF-D58DDE2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991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3B023-7EBC-4BFD-A6E6-60682A6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Incident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96EF0-6353-42B8-84F3-EBD83FB3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AA049-451D-4592-8734-72D02020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 was skipped after payment success.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CD60D-7101-42BE-956A-D82100BC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Suggested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6C0DA-53C8-42D2-98DB-EB67E068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Restore provisioning, then replay the event.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B23E0-1ABF-4188-9E30-5A3446C9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05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TRIAGED  ·  evidence attached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0FC1C-66EA-4CEB-8F8A-0900104F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9BC26-4982-44A1-B0E0-D7C691B0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9496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8E5D0-3F2A-4E07-B6F8-8D0FC92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C339A-3F01-4AB9-9117-E4824BD0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CCA0B-F4D2-4B26-A9AD-C5E71347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Monitor what</a:t>
            </a:r>
          </a:p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integrations accomplish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A5BF7-67F6-4B6D-ACA3-9CF5D4B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A payment succeeds. Access follows. SHAPI proves the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00952-8D5C-4533-A48D-06D8E00F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Live proof: dashboard + Demo SaaS + one silent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CED4D-24A1-4B25-B1E5-8F5F7B95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9FE21-8BF3-4E41-93CE-C99D78F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B325B-7C35-471B-A26A-5BA0FCB4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DDA64-977A-4110-8FDB-DC391E47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A6697-CB90-4450-824B-2907922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50815-621D-4966-99FB-3C87BF3A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4702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2026-09-29T19:57:12.9220000Z</dcterms:created>
  <dcterms:modified xsi:type="dcterms:W3CDTF">2026-09-29T19:57:12.9220000Z</dcterms:modified>
</coreProperties>
</file>