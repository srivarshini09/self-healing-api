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da50da745243ed" /><Relationship Type="http://schemas.openxmlformats.org/officeDocument/2006/relationships/extended-properties" Target="/docProps/app.xml" Id="R4c5edc50194848fd" /><Relationship Type="http://schemas.openxmlformats.org/officeDocument/2006/relationships/officeDocument" Target="/ppt/presentation.xml" Id="Rb479f3ccec3144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994d9e10684217"/>
  </p:sldMasterIdLst>
  <p:notesMasterIdLst>
    <p:notesMasterId xmlns:r="http://schemas.openxmlformats.org/officeDocument/2006/relationships" r:id="Re6868e16bfa440d7"/>
  </p:notesMasterIdLst>
  <p:sldIdLst>
    <p:sldId xmlns:r="http://schemas.openxmlformats.org/officeDocument/2006/relationships" id="256" r:id="R9dc41a2882c44b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e856c73dfc4e10" /><Relationship Type="http://schemas.openxmlformats.org/officeDocument/2006/relationships/slideMaster" Target="/ppt/slideMasters/slideMaster1.xml" Id="Ra1994d9e10684217" /><Relationship Type="http://schemas.openxmlformats.org/officeDocument/2006/relationships/notesMaster" Target="/ppt/notesMasters/notesMaster1.xml" Id="Re6868e16bfa440d7" /><Relationship Type="http://schemas.openxmlformats.org/officeDocument/2006/relationships/presProps" Target="/ppt/presProps.xml" Id="R5d03cd570a9f47ef" /><Relationship Type="http://schemas.openxmlformats.org/officeDocument/2006/relationships/tableStyles" Target="/ppt/tableStyles.xml" Id="R0427ece2ab434a39" /><Relationship Type="http://schemas.openxmlformats.org/officeDocument/2006/relationships/slide" Target="/ppt/slides/slide1.xml" Id="R9dc41a2882c44b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0378930e34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177911e7d34988" /><Relationship Type="http://schemas.openxmlformats.org/officeDocument/2006/relationships/notesMaster" Target="/ppt/notesMasters/notesMaster1.xml" Id="R21554df01b9941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 payment webhook can return 200 OK while the customer still does not receive access. SHAPI adds a behavioral assurance layer that verifies the business outcome.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3ecc6145d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d6381f409d47bd" /><Relationship Type="http://schemas.openxmlformats.org/officeDocument/2006/relationships/slideLayout" Target="/ppt/slideLayouts/slideLayout1.xml" Id="R6e6b8f5d07c142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6b8f5d07c142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9152840b64e53" /><Relationship Type="http://schemas.openxmlformats.org/officeDocument/2006/relationships/notesSlide" Target="/ppt/notesSlides/notesSlide1.xml" Id="Rdf4def5fcf6849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5F9C5-D5CC-417E-98DC-746C72F8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B63E2-0613-4BD9-9107-2AD475F4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714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AABF8-9076-4F65-A84D-0F07D1AF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90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D61ED-BA1E-4FA2-86C5-53F8118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80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EF4DA-06F8-41F6-81BD-9DDBDF6D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7FF9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C4069-AACB-4AEF-8197-9B38F001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CBA1A-5D96-42D8-B9F3-EF785351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00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200 OK can still</a:t>
            </a:r>
          </a:p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fail the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AA9A2-E4F6-43FC-A0EC-CB1CDF8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Self-healing API reliability for business-critical integrations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64DF4-4E24-4E13-81BB-B313954A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4861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FD44D-E30D-48EE-BF39-A7C626A4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2BB2B-1F40-4BAF-8F2D-5275C758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292F2-250D-4B2B-AFE3-60E5A9FE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7FF9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2F9DC-CEB8-4686-9E92-7FDACC4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7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1942C-7151-413E-BC8F-EB57D397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A97B7-5E78-4E7A-BCE4-C727F9C1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4B5B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9B0AE-9A1F-42FE-A53F-85E31D3E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05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91107-D573-427D-9E96-EDE9A82B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5829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AE51D-065F-491C-98F1-3ABFF0D7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4BBC5-FA56-424F-B510-BD652B81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43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Tulasi Venkata Sri Varshini Padamata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48DE4-31FB-4EBB-BFF9-0579ABB9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197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D7FF9"/>
                </a:solidFill>
                <a:latin typeface="Arial"/>
                <a:ea typeface="Arial"/>
                <a:cs typeface="Arial"/>
              </a:rPr>
              <a:t>GitHub @SriVarshini09  ·  LinkedIn /in/ptvsv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B6A49-BF56-4803-A303-B20B03EE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8165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7FF9"/>
                </a:solidFill>
                <a:latin typeface="Arial"/>
                <a:ea typeface="Arial"/>
                <a:cs typeface="Arial"/>
              </a:rPr>
              <a:t>SHAPI verifies the outcome behind the webhook.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05847-91E0-4485-BD91-C585A182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1339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2026-09-29T21:20:55.2500000Z</dcterms:created>
  <dcterms:modified xsi:type="dcterms:W3CDTF">2026-09-29T21:20:55.2500000Z</dcterms:modified>
</coreProperties>
</file>