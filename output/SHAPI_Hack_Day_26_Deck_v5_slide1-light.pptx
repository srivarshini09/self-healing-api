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6c4198e4824784" /><Relationship Type="http://schemas.openxmlformats.org/officeDocument/2006/relationships/extended-properties" Target="/docProps/app.xml" Id="Rcf5dfff736ca48ff" /><Relationship Type="http://schemas.openxmlformats.org/officeDocument/2006/relationships/officeDocument" Target="/ppt/presentation.xml" Id="Ref30d1879aba44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5533d870b14e81"/>
  </p:sldMasterIdLst>
  <p:notesMasterIdLst>
    <p:notesMasterId xmlns:r="http://schemas.openxmlformats.org/officeDocument/2006/relationships" r:id="R8d1f7310c68347c1"/>
  </p:notesMasterIdLst>
  <p:sldIdLst>
    <p:sldId xmlns:r="http://schemas.openxmlformats.org/officeDocument/2006/relationships" id="256" r:id="Rc0ea12fc1ba74951"/>
    <p:sldId xmlns:r="http://schemas.openxmlformats.org/officeDocument/2006/relationships" id="257" r:id="Rb60f05ea5cc54601"/>
    <p:sldId xmlns:r="http://schemas.openxmlformats.org/officeDocument/2006/relationships" id="258" r:id="R3266bcda839b4952"/>
    <p:sldId xmlns:r="http://schemas.openxmlformats.org/officeDocument/2006/relationships" id="259" r:id="Rfb7fec3eb6db4cfc"/>
    <p:sldId xmlns:r="http://schemas.openxmlformats.org/officeDocument/2006/relationships" id="260" r:id="R7d302161f6134bf9"/>
    <p:sldId xmlns:r="http://schemas.openxmlformats.org/officeDocument/2006/relationships" id="261" r:id="Rb04d0c7ccfef49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88c6651d74711" /><Relationship Type="http://schemas.openxmlformats.org/officeDocument/2006/relationships/slideMaster" Target="/ppt/slideMasters/slideMaster1.xml" Id="Rbc5533d870b14e81" /><Relationship Type="http://schemas.openxmlformats.org/officeDocument/2006/relationships/notesMaster" Target="/ppt/notesMasters/notesMaster1.xml" Id="R8d1f7310c68347c1" /><Relationship Type="http://schemas.openxmlformats.org/officeDocument/2006/relationships/presProps" Target="/ppt/presProps.xml" Id="Rafbeda26bb014b04" /><Relationship Type="http://schemas.openxmlformats.org/officeDocument/2006/relationships/tableStyles" Target="/ppt/tableStyles.xml" Id="Recd84fedea164f51" /><Relationship Type="http://schemas.openxmlformats.org/officeDocument/2006/relationships/slide" Target="/ppt/slides/slide1.xml" Id="Rc0ea12fc1ba74951" /><Relationship Type="http://schemas.openxmlformats.org/officeDocument/2006/relationships/slide" Target="/ppt/slides/slide2.xml" Id="Rb60f05ea5cc54601" /><Relationship Type="http://schemas.openxmlformats.org/officeDocument/2006/relationships/slide" Target="/ppt/slides/slide3.xml" Id="R3266bcda839b4952" /><Relationship Type="http://schemas.openxmlformats.org/officeDocument/2006/relationships/slide" Target="/ppt/slides/slide4.xml" Id="Rfb7fec3eb6db4cfc" /><Relationship Type="http://schemas.openxmlformats.org/officeDocument/2006/relationships/slide" Target="/ppt/slides/slide5.xml" Id="R7d302161f6134bf9" /><Relationship Type="http://schemas.openxmlformats.org/officeDocument/2006/relationships/slide" Target="/ppt/slides/slide6.xml" Id="Rb04d0c7ccfef49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99531d34c14b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ea30ad952e4a1d" /><Relationship Type="http://schemas.openxmlformats.org/officeDocument/2006/relationships/notesMaster" Target="/ppt/notesMasters/notesMaster1.xml" Id="R69455443363941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b1c694b6734c64" /><Relationship Type="http://schemas.openxmlformats.org/officeDocument/2006/relationships/notesMaster" Target="/ppt/notesMasters/notesMaster1.xml" Id="R77adc708b8904c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9f212f11014a21" /><Relationship Type="http://schemas.openxmlformats.org/officeDocument/2006/relationships/notesMaster" Target="/ppt/notesMasters/notesMaster1.xml" Id="Rf05522a0dc094e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b121b081da4964" /><Relationship Type="http://schemas.openxmlformats.org/officeDocument/2006/relationships/notesMaster" Target="/ppt/notesMasters/notesMaster1.xml" Id="R30ac1c9557344b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433690d8e1403e" /><Relationship Type="http://schemas.openxmlformats.org/officeDocument/2006/relationships/notesMaster" Target="/ppt/notesMasters/notesMaster1.xml" Id="R8db55dbb38cc4f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ac4670add7408e" /><Relationship Type="http://schemas.openxmlformats.org/officeDocument/2006/relationships/notesMaster" Target="/ppt/notesMasters/notesMaster1.xml" Id="R98a667248d5e42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thesis: a provider can report a successful delivery while the customer still does not receive access. SHAPI monitors the business outcome behind the webhook.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hidden failure mode. The payment event is delivered and acknowledged, but the downstream provisioning step silently fails. The provider dashboard remains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primitive. Instead of asking only whether the webhook arrived, SHAPI asserts that the expected business outcome happened within a time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sequence: start on the dashboard, show a healthy baseline, run the failure simulation, refresh, open the new incident, and click Diagnose + suggest repairs. Keep the drift simulation as an optional appendix if time allows.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AI angle carefully. SHAPI creates the structured evidence an AI incident assistant needs: event chain, invariant result, correlation, root cause, and suggested repair. The live product already generates this context through its diagnosis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memorable distinction: delivery success is not business success. SHAPI detects the missing link and turns it into actionable incident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d71bf94214e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b9252068a44cc" /><Relationship Type="http://schemas.openxmlformats.org/officeDocument/2006/relationships/slideLayout" Target="/ppt/slideLayouts/slideLayout1.xml" Id="Ra105a449d11c4e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05a449d11c4e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cb0b38c33422f" /><Relationship Type="http://schemas.openxmlformats.org/officeDocument/2006/relationships/notesSlide" Target="/ppt/notesSlides/notesSlide1.xml" Id="R2aa6b5ed4fa241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07615460a4e1e" /><Relationship Type="http://schemas.openxmlformats.org/officeDocument/2006/relationships/notesSlide" Target="/ppt/notesSlides/notesSlide2.xml" Id="R24c4b2d3a30640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3870124ec4366" /><Relationship Type="http://schemas.openxmlformats.org/officeDocument/2006/relationships/notesSlide" Target="/ppt/notesSlides/notesSlide3.xml" Id="Rd780dacb60554f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129b621b748e8" /><Relationship Type="http://schemas.openxmlformats.org/officeDocument/2006/relationships/notesSlide" Target="/ppt/notesSlides/notesSlide4.xml" Id="R87250b42411e4a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2cda5dd2e47d4" /><Relationship Type="http://schemas.openxmlformats.org/officeDocument/2006/relationships/notesSlide" Target="/ppt/notesSlides/notesSlide5.xml" Id="R503626d290ac4c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11df1e194ea7" /><Relationship Type="http://schemas.openxmlformats.org/officeDocument/2006/relationships/notesSlide" Target="/ppt/notesSlides/notesSlide6.xml" Id="R9553539d2f394f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C7E123-FAF1-4FBE-9057-85170586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AF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F16FF-35C6-43A6-942E-DCCC5ED3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67061-E6E1-4EF0-BCB6-AEAA6D96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B511D-5239-4685-8645-7327204D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21642-4353-40D6-887E-7578615B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906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Self-healing APIs for</a:t>
            </a:r>
          </a:p>
          <a:p xmlns:a="http://schemas.openxmlformats.org/drawingml/2006/main">
            <a:pPr algn="ctr">
              <a:defRPr sz="202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business-critical integrations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DF4CB-7D66-4C31-9F38-726DAD8B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4CF06-A9B5-474C-B4B9-DC36A75A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3848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A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D1E97-4CE2-4AE9-BEEC-18A9874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9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86E95-E11D-4ED1-BBB2-6AA7A01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0BBDC-7B27-4497-BFD3-04C0233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382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Tulasi Venkata</a:t>
            </a:r>
          </a:p>
          <a:p xmlns:a="http://schemas.openxmlformats.org/drawingml/2006/main">
            <a:pPr algn="l">
              <a:defRPr sz="12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Sri Varshini Padamata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BE4EB-7F47-4BD4-9DA3-CFE03CB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906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2E1F6-BAE9-4020-B971-6698C575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A9158-6D4C-4A91-BA49-B9888DF5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33550"/>
            <a:ext cx="2324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GitHub  @SriVarshini09   ·   LinkedIn  /in/ptvsv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3C4EC-6FD9-4F69-B167-ADF0F4B0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8077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BDBFF-29C5-459D-AB65-6EC37E23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433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FD9CF-9021-443C-A80B-A5E11D0A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38550"/>
            <a:ext cx="188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A9D9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1C98C-91A4-46FA-B28D-2E48BA5F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C373F-984F-4D27-A04C-884D085A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can still fail the customer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D050C-4E8C-4038-A414-ABB8CFB7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API reports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9253E-2A1E-402D-B33C-BA1F590A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673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998C8-5D28-47F1-889F-64F14740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SHAPI verifies the 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4EB66-0753-4F88-83DE-35385F93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BED18-4EDF-4416-B5C9-EAA27045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silent failure detected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835F2-2C94-4103-AA41-E3C5519B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05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 recovery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FAFD9-5BC6-422E-894D-7A780B56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76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Self-healing APIs, beyond 200 OK.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D5F11-B40C-40A5-A14C-CB677E3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6138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0943F-9B4F-4E78-8348-170C7072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3C8C3-FC45-4020-A0B5-20BE7353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gap between delivery and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74CDF-3515-4BEE-BB6D-E9225CB8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Most webhook tooling stops at the HTTP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C1A6A-E860-4916-A52E-80BD2662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14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73F96-5F75-446B-9512-DA08A1A9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Third-party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008CB-910C-4458-8E85-F82AA4E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E6E79-6FDC-46C6-87E2-30D087A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Stripe says the event arrived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FC1B3-1A2A-4B2C-938F-63F6D149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1238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A246C-4B62-41CA-B084-4ADD3781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57525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200</a:t>
            </a:r>
          </a:p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09E07-FB83-4E6E-AF5F-D4F45333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90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9A304-EC13-4647-8185-1B34C9CE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017A3-1994-4659-9795-7EED25AD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Customer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EE2D3-461A-4C99-A2D6-3FC301EC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provisioning.completed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104BA-3BE5-4ACE-B932-4FC21F70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But the user never gets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75622-E2AB-4E6A-9151-5A4031B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B17CC-1D6F-4BA8-B530-6087E7E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is silent because the transport layer looks healthy.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FAF8C-698B-464D-AB2D-2557B162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For SaaS teams, that means paid customers without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18A12-5C30-409E-9D2F-91FD2BDE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69F18-6FE0-4D7E-B917-E33975AE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0440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A0E5D-1DBF-4418-87E0-446AC47D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CORE ABSTRACTION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DED4A-8B61-4E9F-9A53-38E6D914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behavioral invariant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16F0E-0688-47F7-8BF1-91F559A2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turns the business promise into an executable assertion.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D2BAF-3662-44A5-9835-5BA8973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5D972-61BC-44D3-9A13-9668EB7F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payment_succeeded  →  provisioning.completed within 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0FB12-4AD7-4594-A9D5-FA9D31C3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The platform evaluates real event streams over time, then records the evidence when the promise breaks.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35B92-4416-49AD-AC43-CBDA92E6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4D31B-1F07-4524-A470-51E22398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565BB-C018-4951-8ABE-A108AD2A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2DD9B-1A9D-4769-8EE7-659B5B1D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Capture webhook and SDK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BEEF3-19C8-41E5-9740-F5AC73AC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233CC-9946-43E0-9B3E-F256A94B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3B4BF-C09B-4DF7-87DE-E6C07642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DE2A0-E7D2-410F-91C3-969CB12E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88FB8-5681-4311-B20E-3B830F14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Check the expected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7C1AA-3A1A-49CD-8A5A-F1ADEC42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6D484-402C-458E-8B58-A1B13137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578C5-43D4-4362-84D0-713A2139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51197-7C19-4A5D-9081-07BBA577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1239D-A792-4768-9FE6-AED55F8D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Create evidence for an incident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E04FB-DDFA-4FB9-B034-EE496013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725EC-7AEA-41C4-8358-9CC448EF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7399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24020-3402-473C-B3A6-ED8BE7D5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7C23C-451C-44E8-90AF-4D119DBB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appears in 90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8B018-DB1D-42E8-A868-1A508A6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Use the existing Demo SaaS and dashboard to make the contrast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08597-ECC2-4FA5-8073-59655E07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45144-C2D9-4C6B-86F0-B8FC8709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00403-2E0B-4E9D-AB7E-EE068591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9A243-B77B-4B4F-8260-85C8E91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Show healthy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D4441-0AED-4D5D-BCD0-E0220885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A4C92-4C2C-47AC-B547-39C581B0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6C82E-1007-4900-8110-1DC88664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61174-F1EF-4808-A860-765FBD13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0106F-D369-47B8-BB73-AB40D0DA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simulate:failure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87F7E-2422-4E76-9381-A7A8E200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0F507-E723-4C58-BE14-7E2DB088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8F30F-CC88-415D-82DE-1E110B5D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408BF-6CCF-4702-A5D5-B99BF8E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CE200-071E-4232-8457-89FEA120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200 OK + violated invariant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128FD-E354-422D-AC31-0EB8E863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5B5DF-AB6B-4BA3-A073-197D9EFE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93C89-B648-41E9-8CED-54F04EAD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377AB-12B5-4A2C-B479-1F360C95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FB08B-DE4A-4CDD-A3A0-28D58FC7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Diagnose + suggest repairs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1AC1F-28E5-4358-94CF-42B594D0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2BB64-4B8D-4716-8AD3-63B21918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pnpm --filter @shapi/demo-saas simulate:failure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FC04D-7096-4FD8-81F8-2E4C5C37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43B3C-C458-4F7D-B9EA-4296C30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3949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71275-C6D0-403B-8C1B-988275B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AI PAYOFF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43734-48D3-4616-BBED-02C7B569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Better evidence makes better incident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12FB0-7205-41EC-9D57-D6795CB6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gives an AI incident workflow the business context that logs alone miss.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441FA-0981-45ED-B493-EFCD0F77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8EA14-9AD2-4B49-8E69-95E391C9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Observed event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B114A-2D5F-4F83-8717-B74971B9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F4559-E037-4E02-87FA-875079DE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BCA97-4D6A-4AA2-8625-9AFE822A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provisioning.failed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AED6C-4C72-464E-BFD2-81430D22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correlationId: cus_demo_…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409E7-D0F3-4181-B319-38279B49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Invariant: VIOLATED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8D649-43DF-4F5A-B3FB-8B565AE1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991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19F71-308B-4C52-9138-4DE9D9A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Incident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64501-2B8E-41B0-AB74-3F0B6B98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2A2B4-5A76-4D58-A7D5-203F4A8E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 was skipped after payment success.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160FF-29D6-4E24-A65B-9FD4C49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Suggested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BDAC3-9659-4EC1-9992-4DEE3986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Restore provisioning, then replay the event.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0D134-5A46-4394-941A-7D2C3C2E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05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TRIAGED  ·  evidence attached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BECA6-1A28-4217-959B-43637B10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6A58F-2C0A-45EB-AD69-6F749F61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0922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F6464-0037-4E49-BC70-7AAC5A78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610A2-3104-4346-A8CE-8A4B5300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5A171-469F-4AC8-B32F-0AB65D5A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Monitor what</a:t>
            </a:r>
          </a:p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integrations accomplish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25058-6A37-4C01-81B4-4C68C31B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A payment succeeds. Access follows. SHAPI proves the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FA1C5-0BF0-4601-AF8E-1B0215BD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Live proof: dashboard + Demo SaaS + one silent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F33A9-9FF2-4332-B166-CFACFB4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27C78-DE91-467A-BC96-9904DA78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E095B-2316-415B-93E1-34FF70FB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39BAA-0505-496E-B4C2-04F307A2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5BFD3-7742-410D-A472-D89FE13B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A85F8-8FE8-4468-8424-772EC505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6138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2026-09-29T21:09:45.5790000Z</dcterms:created>
  <dcterms:modified xsi:type="dcterms:W3CDTF">2026-09-29T21:09:45.5790000Z</dcterms:modified>
</coreProperties>
</file>