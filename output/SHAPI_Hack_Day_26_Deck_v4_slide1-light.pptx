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82b91189144d2" /><Relationship Type="http://schemas.openxmlformats.org/officeDocument/2006/relationships/extended-properties" Target="/docProps/app.xml" Id="R75a275ffb6ac4cd4" /><Relationship Type="http://schemas.openxmlformats.org/officeDocument/2006/relationships/officeDocument" Target="/ppt/presentation.xml" Id="R37c51a3ecbea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bcd4b04d104a97"/>
  </p:sldMasterIdLst>
  <p:notesMasterIdLst>
    <p:notesMasterId xmlns:r="http://schemas.openxmlformats.org/officeDocument/2006/relationships" r:id="R05bb8b9f762641df"/>
  </p:notesMasterIdLst>
  <p:sldIdLst>
    <p:sldId xmlns:r="http://schemas.openxmlformats.org/officeDocument/2006/relationships" id="256" r:id="R8b8104b5426f4e23"/>
    <p:sldId xmlns:r="http://schemas.openxmlformats.org/officeDocument/2006/relationships" id="257" r:id="R808f45af6a624188"/>
    <p:sldId xmlns:r="http://schemas.openxmlformats.org/officeDocument/2006/relationships" id="258" r:id="R36412f0328b54196"/>
    <p:sldId xmlns:r="http://schemas.openxmlformats.org/officeDocument/2006/relationships" id="259" r:id="R4577d76906fb4644"/>
    <p:sldId xmlns:r="http://schemas.openxmlformats.org/officeDocument/2006/relationships" id="260" r:id="R0ac3de4d5ca74d2c"/>
    <p:sldId xmlns:r="http://schemas.openxmlformats.org/officeDocument/2006/relationships" id="261" r:id="R9903c559f8ce49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73a5883704925" /><Relationship Type="http://schemas.openxmlformats.org/officeDocument/2006/relationships/slideMaster" Target="/ppt/slideMasters/slideMaster1.xml" Id="Rd7bcd4b04d104a97" /><Relationship Type="http://schemas.openxmlformats.org/officeDocument/2006/relationships/notesMaster" Target="/ppt/notesMasters/notesMaster1.xml" Id="R05bb8b9f762641df" /><Relationship Type="http://schemas.openxmlformats.org/officeDocument/2006/relationships/presProps" Target="/ppt/presProps.xml" Id="R6c85b7b7d7d7459f" /><Relationship Type="http://schemas.openxmlformats.org/officeDocument/2006/relationships/tableStyles" Target="/ppt/tableStyles.xml" Id="Rf833758dafe44e9a" /><Relationship Type="http://schemas.openxmlformats.org/officeDocument/2006/relationships/slide" Target="/ppt/slides/slide1.xml" Id="R8b8104b5426f4e23" /><Relationship Type="http://schemas.openxmlformats.org/officeDocument/2006/relationships/slide" Target="/ppt/slides/slide2.xml" Id="R808f45af6a624188" /><Relationship Type="http://schemas.openxmlformats.org/officeDocument/2006/relationships/slide" Target="/ppt/slides/slide3.xml" Id="R36412f0328b54196" /><Relationship Type="http://schemas.openxmlformats.org/officeDocument/2006/relationships/slide" Target="/ppt/slides/slide4.xml" Id="R4577d76906fb4644" /><Relationship Type="http://schemas.openxmlformats.org/officeDocument/2006/relationships/slide" Target="/ppt/slides/slide5.xml" Id="R0ac3de4d5ca74d2c" /><Relationship Type="http://schemas.openxmlformats.org/officeDocument/2006/relationships/slide" Target="/ppt/slides/slide6.xml" Id="R9903c559f8ce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d53a2757044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4469f594e41dc" /><Relationship Type="http://schemas.openxmlformats.org/officeDocument/2006/relationships/notesMaster" Target="/ppt/notesMasters/notesMaster1.xml" Id="R34c31fde19574e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22c6c4dea4005" /><Relationship Type="http://schemas.openxmlformats.org/officeDocument/2006/relationships/notesMaster" Target="/ppt/notesMasters/notesMaster1.xml" Id="Red72ef1494174f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f8e07158be4af2" /><Relationship Type="http://schemas.openxmlformats.org/officeDocument/2006/relationships/notesMaster" Target="/ppt/notesMasters/notesMaster1.xml" Id="R3793df4d1975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fdc71bc1dd44f1" /><Relationship Type="http://schemas.openxmlformats.org/officeDocument/2006/relationships/notesMaster" Target="/ppt/notesMasters/notesMaster1.xml" Id="Rb2575ae0763a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14434301ab4097" /><Relationship Type="http://schemas.openxmlformats.org/officeDocument/2006/relationships/notesMaster" Target="/ppt/notesMasters/notesMaster1.xml" Id="R459d036ae0064e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1ab53566364efb" /><Relationship Type="http://schemas.openxmlformats.org/officeDocument/2006/relationships/notesMaster" Target="/ppt/notesMasters/notesMaster1.xml" Id="Rc18a3cb2b4e0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a provider can report a successful delivery while the customer still does not receive access. SHAPI monitors the business outcome behind the webhook.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hidden failure mode. The payment event is delivered and acknowledged, but the downstream provisioning step silently fails. The provider dashboard remains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primitive. Instead of asking only whether the webhook arrived, SHAPI asserts that the expected business outcome happened within a time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start on the dashboard, show a healthy baseline, run the failure simulation, refresh, open the new incident, and click Diagnose + suggest repairs. Keep the drift simulation as an optional appendix if time allows.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AI angle carefully. SHAPI creates the structured evidence an AI incident assistant needs: event chain, invariant result, correlation, root cause, and suggested repair. The live product already generates this context through its diagnosis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memorable distinction: delivery success is not business success. SHAPI detects the missing link and turns it into actionable incident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5ea225c11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f7d3ca54943eb" /><Relationship Type="http://schemas.openxmlformats.org/officeDocument/2006/relationships/slideLayout" Target="/ppt/slideLayouts/slideLayout1.xml" Id="Rf5ddd5743ac7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ddd5743ac7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3681f48cf4188" /><Relationship Type="http://schemas.openxmlformats.org/officeDocument/2006/relationships/notesSlide" Target="/ppt/notesSlides/notesSlide1.xml" Id="Rf3b8e9acab814a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a126ed1534654" /><Relationship Type="http://schemas.openxmlformats.org/officeDocument/2006/relationships/notesSlide" Target="/ppt/notesSlides/notesSlide2.xml" Id="R696152e8745649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3f4f2ee434b80" /><Relationship Type="http://schemas.openxmlformats.org/officeDocument/2006/relationships/notesSlide" Target="/ppt/notesSlides/notesSlide3.xml" Id="R4246e5fbd531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5997badf24685" /><Relationship Type="http://schemas.openxmlformats.org/officeDocument/2006/relationships/notesSlide" Target="/ppt/notesSlides/notesSlide4.xml" Id="R249c73f0037848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1a3765f974bf1" /><Relationship Type="http://schemas.openxmlformats.org/officeDocument/2006/relationships/notesSlide" Target="/ppt/notesSlides/notesSlide5.xml" Id="R4f85747dd147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4cfdda21946fc" /><Relationship Type="http://schemas.openxmlformats.org/officeDocument/2006/relationships/notesSlide" Target="/ppt/notesSlides/notesSlide6.xml" Id="R7296cee89138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8F0A25-184F-4F96-AEC1-7F28A9A6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E137D-0A14-4463-8FE1-B79B49F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EF3EF-3E4A-4185-87DE-B27F6A9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84F45-4E85-4B9E-BA18-30452437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83084-277F-4DF7-AB69-6583BB64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668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Self-healing APIs for business-critical integrations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22E59-DE3D-4487-B88A-8294FE2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D5808-AF09-4C51-A27B-3E150209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3848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6CB36-5163-497F-9CA9-E836A9B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0A23A-11C7-447C-83BC-8EB90D82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0C31-F3F4-42DB-A07A-5B34BC2B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382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Tulasi Venkata</a:t>
            </a:r>
          </a:p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Sri Varshini Padamata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6C74E-A22E-4FCB-AF02-F7A09CC5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906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45A56-8C34-4180-BA8E-51E97DA0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72ED9-981B-4CFC-8765-BB37E650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33550"/>
            <a:ext cx="232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GitHub  @SriVarshini09   ·   LinkedIn  /in/ptvsv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75EAC-3D24-4344-9030-ADA5D50B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8077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8574D-B031-4581-A20D-A55FFEC5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433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5B75A-EC97-45F1-AFD8-E5521852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38550"/>
            <a:ext cx="188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A9D9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00C5-4189-43B9-91FA-80C08B1A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CE840-119C-4F22-BD8C-6BC0B219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can still fail the 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34E4F-BF7E-4064-90C9-FBF56362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API reports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810C9-FBB1-48F3-8491-1B59582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D4BE4-6DEE-4247-9D28-F3F5EC32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SHAPI verifies the 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4846F-1F88-4B42-BE2A-B4A7CC8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6895C-0C81-4BCB-89D1-5060EC16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silent failure detected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15426-2767-4C9B-B541-DE0343C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05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 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A6EE1-DBB3-4613-9AA3-5FCEF71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76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Self-healing APIs, beyond 200 OK.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5BFE1-7AED-473A-9666-A579464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4063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C6A4A-D4C0-4AB4-869E-10AFA069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E83DD-5537-4D24-80F7-7327570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gap between delivery and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5DEAF-CC67-4D37-ADF1-8E15169C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Most webhook tooling stops at the HTTP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E998E-B117-49BD-AE7C-F243CA8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14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6B4B7-4CC8-4877-A6AE-51F3ADE5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Third-party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343C8-9BCC-4826-A06B-4614FBD5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1184A-854E-4208-8BF4-05B88A1D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Stripe says the event arrived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3AF0C-9246-4F2B-BE15-B1A26B1B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1238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771FE-6638-4449-B650-1EC4A818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575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200</a:t>
            </a:r>
          </a:p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94CE7-24C7-4E7B-84CC-97465B5F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90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80F9C-0771-49C4-877C-012EFE77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3CF0D-C001-4533-B438-DCF70F6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Customer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45E89-F7A3-4A6E-BB21-2D353B2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provisioning.completed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F39A0-1255-43BA-8435-CBF36FFE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But the user never gets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69CEE-6E39-4D9C-8A04-565160D8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A4941-785F-4F8C-8087-C9D3AE15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is silent because the transport layer looks healthy.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E43D6-EE22-48E1-A04C-61CB9525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F6C01-A210-4B13-BC0B-12F70427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F61EA-E705-4433-BF6F-40E27860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6677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3DA58-7A16-4F46-B0E7-FB343CAA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CORE 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15C69-3155-4715-935E-473CA79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behavioral invariant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F308A-06BC-4FA5-A528-847065DE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turns the business promise into an executable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39244-B4EE-47C5-A295-B770CCC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D3359-32A3-4A74-AF88-B8F9879D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payment_succeeded  →  provisioning.completed within 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9C788-4E56-4322-BB80-A620F974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The platform evaluates real event streams over time, then records the evidence when the promise breaks.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A0265-81BA-4DB3-833D-36DF662E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0C758-1FB7-41FB-B8AD-37DEE6B2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DC84F-860D-4BF3-BF73-E741C4E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5FE59-6989-40E4-B6EB-A10ECDF1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Capture webhook and SDK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02885-666B-4581-9BEE-89E8D5DB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F7DFB-D64D-423F-B275-A197A02C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69AE9-DA41-478B-BBB8-67BF40E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0FA15-A326-4B52-9203-6AE0F61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A4413-D710-4DEE-BFCC-A07730F1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Check the expected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B3103-D80A-4D43-AFEE-29D58607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08A01-5532-4F9E-AE68-D576EBF8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3E12F-B4DA-4283-BF83-9C540EF2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EE428-9A3D-4A3B-B0CC-B6BE131E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AC2F6-1E02-42D3-810A-A8E805D8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Create evidence for an incident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08B98-E023-4932-B796-399ADBAA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EA5E7-CB34-4629-A196-6D43AB28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6807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5E649-D0DB-4292-AD79-C86AECFA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45549-C0EE-4D62-9FC2-BD78D72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appears in 90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75959-8FA3-4056-A06C-E1F3831A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Use the existing Demo SaaS and dashboard to make the contrast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BDCB9-838C-4FAA-AC69-C3573A23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CFD80-167C-4559-9A98-F89E0508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F71FC-6F13-4754-BDA3-7CEC33B0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B5F2B-BED9-4335-823B-ACDB8C07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Show healthy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34D39-F775-4054-BA24-1A8C5B8D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888E1-D490-4938-AF4F-EF091F60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ED4EE-ED22-4AFD-A54B-C3E1C08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205CC-0903-48AB-BAD1-7EDBDE7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D2694-4267-4899-A6B7-F43B9EA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simulate:failure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6FEBB-1E50-4153-9903-6B7E69D2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0D0EA-761A-49AA-86CF-8437C788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BC821-E491-4595-96AB-389280AE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42147-6B72-4ED3-B3BF-62D1F1C8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5E0C0-0316-47D4-83C2-94B3338C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200 OK + violated invariant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CDF5F-D594-41A2-BE11-B0A574EB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AD972-01A6-45B9-817F-92E2098E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D5C9B-F871-485B-9D1C-BE69416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19921-2857-4EAB-AAA8-E3092055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9C721-46DA-4483-9B69-856FECE2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Diagnose + suggest repairs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79FBF-3049-4804-874D-2A0E46A9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AA3F5-9C41-4A39-A2DC-C885570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pnpm --filter @shapi/demo-saas simulate:failure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043AE-EF20-46AE-BE67-BA16235B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2657F-D0F8-4940-B1CA-2918AD13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3232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1080E-F0EA-45BA-AA94-01D46436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AI PAYOFF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CF52B-B2DE-42A5-B360-3F6F0560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Better evidence makes better incident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701AE-0068-44D8-AB6F-4704F5A8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gives an AI incident workflow the business context that logs alone miss.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611AE-9377-443C-8535-BA94F5A9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99425-DA40-4A40-9719-7671263F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Observed event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22920-567C-406D-AFC3-96799D9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92D37-089D-4A1C-90D6-DEB282A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3021B-387B-4E25-9158-E91E1381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provisioning.failed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A54A0-61F1-4B61-852D-3A9DB1D8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correlationId: cus_demo_…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9FB07-6D86-4B68-A874-613E528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Invariant: VIOLATED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F7E3A-BC5B-494C-84D2-56A7FBAB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91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17BB7-BECD-40AF-97C1-58EC0F42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Incident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7AA2E-FC38-4073-BE5B-D775B7FA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6F580-C64B-4130-884B-91DDBC48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 was skipped after payment success.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FDF14-0AAA-47C2-B6A2-6F20E7B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Suggested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A408A-4DCD-4C62-A80B-5B58ACEC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Restore provisioning, then replay the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D1F4-1F62-4DC6-B3EF-4C701C55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TRIAGED  ·  evidence attached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EC83B-9BC9-4C30-B768-292B518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E966E-1C79-430B-A26B-FEBA6FB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7701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9AEAF-8D1E-4A4E-9749-10558C37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B1C1D-CE85-4CC2-AB08-4A2982BC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85B56-3F63-4F6A-AC61-B6C45D05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Monitor what</a:t>
            </a:r>
          </a:p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integrations accomplish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E98D0-2A29-4399-ADBA-CEBF71FB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A payment succeeds. Access follows. SHAPI proves the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53145-DE27-4B26-AE65-DE90DCAE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Live proof: dashboard + Demo SaaS + one silent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FAC10-D901-4284-9D3A-F48170D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BEBAB-FB76-4176-8E44-DBE55165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B1E4-4363-4003-B6BD-DBF25A82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86AD1-1A29-48DC-8EB4-86CF78A2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2DE45-BB7E-46D7-8C2A-24BD174B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45853-0F9D-4A3F-8106-8CA40F7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1295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2026-09-29T21:09:19.3750000Z</dcterms:created>
  <dcterms:modified xsi:type="dcterms:W3CDTF">2026-09-29T21:09:19.3750000Z</dcterms:modified>
</coreProperties>
</file>