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ea398e492435a" /><Relationship Type="http://schemas.openxmlformats.org/officeDocument/2006/relationships/extended-properties" Target="/docProps/app.xml" Id="R35ce8018e2d94a54" /><Relationship Type="http://schemas.openxmlformats.org/officeDocument/2006/relationships/officeDocument" Target="/ppt/presentation.xml" Id="R4573713d199541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8f8e3d66c49bb"/>
  </p:sldMasterIdLst>
  <p:notesMasterIdLst>
    <p:notesMasterId xmlns:r="http://schemas.openxmlformats.org/officeDocument/2006/relationships" r:id="R9b9b816a7e0542bc"/>
  </p:notesMasterIdLst>
  <p:sldIdLst>
    <p:sldId xmlns:r="http://schemas.openxmlformats.org/officeDocument/2006/relationships" id="256" r:id="Ra14f82bdbcb24937"/>
    <p:sldId xmlns:r="http://schemas.openxmlformats.org/officeDocument/2006/relationships" id="257" r:id="Rc0bea55c85e147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43300a6db74698" /><Relationship Type="http://schemas.openxmlformats.org/officeDocument/2006/relationships/slideMaster" Target="/ppt/slideMasters/slideMaster1.xml" Id="R5638f8e3d66c49bb" /><Relationship Type="http://schemas.openxmlformats.org/officeDocument/2006/relationships/notesMaster" Target="/ppt/notesMasters/notesMaster1.xml" Id="R9b9b816a7e0542bc" /><Relationship Type="http://schemas.openxmlformats.org/officeDocument/2006/relationships/presProps" Target="/ppt/presProps.xml" Id="R21fe33451dc04eac" /><Relationship Type="http://schemas.openxmlformats.org/officeDocument/2006/relationships/tableStyles" Target="/ppt/tableStyles.xml" Id="R750ffc4425c447e8" /><Relationship Type="http://schemas.openxmlformats.org/officeDocument/2006/relationships/slide" Target="/ppt/slides/slide1.xml" Id="Ra14f82bdbcb24937" /><Relationship Type="http://schemas.openxmlformats.org/officeDocument/2006/relationships/slide" Target="/ppt/slides/slide2.xml" Id="Rc0bea55c85e147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cd179e98443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0125f426bb4a8a" /><Relationship Type="http://schemas.openxmlformats.org/officeDocument/2006/relationships/notesMaster" Target="/ppt/notesMasters/notesMaster1.xml" Id="R5e7790abaa8a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f537eb9f1649b3" /><Relationship Type="http://schemas.openxmlformats.org/officeDocument/2006/relationships/notesMaster" Target="/ppt/notesMasters/notesMaster1.xml" Id="Rec7deada52d54e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payment webhook can return 200 OK while the customer still does not receive access. SHAPI adds a behavioral assurance layer that verifies the business outcome.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slide: delivery tooling can prove that a webhook arrived and was acknowledged. It cannot prove that the customer received the intended business outcome. That gap creates lost revenue and support work for SaaS teams.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1e951a9bc46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0c937b2e234513" /><Relationship Type="http://schemas.openxmlformats.org/officeDocument/2006/relationships/slideLayout" Target="/ppt/slideLayouts/slideLayout1.xml" Id="R71989e150e4b40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989e150e4b40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feb61ff964684" /><Relationship Type="http://schemas.openxmlformats.org/officeDocument/2006/relationships/notesSlide" Target="/ppt/notesSlides/notesSlide1.xml" Id="R16dfd5a2f1fd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87a207ed54fc6" /><Relationship Type="http://schemas.openxmlformats.org/officeDocument/2006/relationships/notesSlide" Target="/ppt/notesSlides/notesSlide2.xml" Id="Rb49af24269224d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12658-E7F5-4671-B952-74A22F02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C853D-B63B-486A-9EB0-F58DE97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19EA8-3543-430D-9971-90004E8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5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7F59D-3668-4539-BB45-8F5CB28D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79001-6A3B-47C2-B74E-0CEBF21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B21E-9DCB-4ED1-9F7B-847F4F95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02444-F7D1-407D-ABAC-9EC2558F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8F88-B1AC-4F2C-8BBC-0D29E8C8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Self-healing API reliability for 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9C84E-2837-4C42-A7BF-718A8546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861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FE024-FE4F-4BFE-AB07-33237D56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85502-394C-4008-A60F-BD78C76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39927-EC09-405D-BE4F-624D733F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A747C-A4B3-45D5-BB46-DD6F510A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77FDC-6DE7-4C32-A6A1-BE37BF2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73105-AB4F-4C93-9417-256DD334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B5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37C4D-3F78-4A25-BCF1-E36DA5AA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999D1-9E76-485E-89B1-959921C1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582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39573-C5E1-4089-8155-015CF51E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D11FF-440A-4849-8C29-18BD85BA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Tulasi Venkata Sri Varshini Padamata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E4E4D-91A5-4840-A85E-C24C85F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97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GitHub @SriVarshini09  ·  LinkedIn /in/ptvsv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C023E-5D54-4209-B17E-59307B79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8165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 verifies the outcome behind the webhook.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9E377-3CBB-4617-9C1E-FD64D311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8110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4E947E-D307-46CB-8061-26F7958C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51F6-BCAF-454A-A2CD-3007FDB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320AC-F254-4BFC-A92D-8B4FE281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9002-D631-459F-AF98-A7846CD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1B4E-DB14-4CC5-91EA-ECAC1F50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02  / 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E0AF5-6E2A-4DFE-995B-7AB43DD6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Transport success is not</a:t>
            </a:r>
          </a:p>
          <a:p xmlns:a="http://schemas.openxmlformats.org/drawingml/2006/main">
            <a:pPr algn="l">
              <a:defRPr sz="34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customer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E9C9D-5DE6-451A-B54F-0FA0FA9B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A webhook can arrive, return 200 OK, and still leave the customer without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13614-729E-4A67-9916-9582BFB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79D65-A003-407E-9626-D90F28A6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FBB6A-65CF-402E-8738-903A25D2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Payment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5FC81-EFB8-4A93-A5A9-5FF59C4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3100A-4144-4F0A-B0EF-B7F7F693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B981"/>
                </a:solidFill>
                <a:latin typeface="Arial"/>
                <a:ea typeface="Arial"/>
                <a:cs typeface="Arial"/>
              </a:rPr>
              <a:t>Provider reports 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03044-8648-420C-8B8F-6C4D80D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465AD-63B3-41B4-A8E0-13D2810A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320C-3225-467F-BC87-9584776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Transport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8C0C2-79D9-4D3C-BC00-A6F08775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B6747-5E01-47DD-B9D2-1F4A0F5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Webhook acknowledged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EBC4D-C71B-4029-AFDE-5652F149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2F3"/>
          </a:solidFill>
          <a:ln xmlns:a="http://schemas.openxmlformats.org/drawingml/2006/main" w="19050">
            <a:solidFill>
              <a:srgbClr val="F2B5B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F71E9-3C49-42ED-BAF3-A31443E0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030EC-DFA2-4C66-BAF5-CC71E3D8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ACB06-A063-4653-BE3F-2AFF873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41AA0-CCC2-4B53-8242-10DF626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6B72"/>
                </a:solidFill>
                <a:latin typeface="Arial"/>
                <a:ea typeface="Arial"/>
                <a:cs typeface="Arial"/>
              </a:rPr>
              <a:t>Provisioning silently skipped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74EF4-CEE7-4F9B-BAB8-07CC06BD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19AA2-D567-42CE-AC9B-4A72792B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ABB70-8FAE-4C4A-9A06-C1B852D0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failure lives after the HTTP response.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922FD-FCAC-465D-9D28-12E6589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6872DA-BA72-40F4-B939-E411A6DC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48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324788-31CA-446F-ABB9-D46B2DC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6725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2026-09-29T21:27:58.3040000Z</dcterms:created>
  <dcterms:modified xsi:type="dcterms:W3CDTF">2026-09-29T21:27:58.3040000Z</dcterms:modified>
</coreProperties>
</file>